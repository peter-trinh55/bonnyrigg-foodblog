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Human Experiences &amp;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Why We Follow Rules?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Conflict &amp; Identity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Billy Elliot – Emotional Duality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Jackie Watching Billy Dance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Close‑Ups &amp; Emotional Tension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Low Lighting Symbolism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Diegetic Sound Immersion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Love Challenges Belief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Jackie Returns to the Mines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Silence as a Technique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Low‑Angle Framing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Della’s Hair Metaphor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Ultimate Sacrifice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Emotional Cost of Love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Situational Irony – Gift Exchange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Symbolism: Hair &amp; Watch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Identity Under Social Pressures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Boxing Hall vs Ballet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Performative Behaviour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Isolation Through Montage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Economic Restraints – Setting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Motif of Money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Parallel to Jackie’s Sacrifice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640080"/>
            <a:ext cx="7772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800" b="1">
                <a:solidFill>
                  <a:srgbClr val="D4AF37"/>
                </a:solidFill>
              </a:defRPr>
            </a:pPr>
            <a:r>
              <a:t>Conclusion – Insight Into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505050"/>
                </a:solidFill>
              </a:defRPr>
            </a:pPr>
            <a:r>
              <a:t>Visual Placeholder – Add images, animations, and audio here.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6858000" cy="2743200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