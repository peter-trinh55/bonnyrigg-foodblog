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Jackie Watches Billy 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Jackie Returns to the Mines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Della’s Hair Sacrifice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Situational Irony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Under Restraints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Money Motif &amp; Poverty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Placeholder</a:t>
            </a:r>
          </a:p>
          <a:p>
            <a:r>
              <a:t>(Add animations, transitions, and audio recording here.)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